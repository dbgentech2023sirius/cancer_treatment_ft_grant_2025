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1513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3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77512"/>
            <a:ext cx="10363200" cy="5270406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951166"/>
            <a:ext cx="9144000" cy="3654941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580-077B-4655-A245-45ACE80BDE4E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5C09-1F29-4C28-9B7A-D78AE440D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6431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580-077B-4655-A245-45ACE80BDE4E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5C09-1F29-4C28-9B7A-D78AE440D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83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774092"/>
            <a:ext cx="10515600" cy="629715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130818"/>
            <a:ext cx="10515600" cy="331152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580-077B-4655-A245-45ACE80BDE4E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5C09-1F29-4C28-9B7A-D78AE440D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27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029898"/>
            <a:ext cx="5181600" cy="96051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029898"/>
            <a:ext cx="5181600" cy="96051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580-077B-4655-A245-45ACE80BDE4E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5C09-1F29-4C28-9B7A-D78AE440D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703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05983"/>
            <a:ext cx="10515600" cy="292605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711012"/>
            <a:ext cx="5157787" cy="181870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529721"/>
            <a:ext cx="5157787" cy="81333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711012"/>
            <a:ext cx="5183188" cy="181870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529721"/>
            <a:ext cx="5183188" cy="81333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580-077B-4655-A245-45ACE80BDE4E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5C09-1F29-4C28-9B7A-D78AE440D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511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580-077B-4655-A245-45ACE80BDE4E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5C09-1F29-4C28-9B7A-D78AE440D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592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580-077B-4655-A245-45ACE80BDE4E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5C09-1F29-4C28-9B7A-D78AE440D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59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09227"/>
            <a:ext cx="3932237" cy="3532293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179653"/>
            <a:ext cx="6172200" cy="1075807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541520"/>
            <a:ext cx="3932237" cy="841372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580-077B-4655-A245-45ACE80BDE4E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5C09-1F29-4C28-9B7A-D78AE440D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876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09227"/>
            <a:ext cx="3932237" cy="3532293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179653"/>
            <a:ext cx="6172200" cy="1075807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541520"/>
            <a:ext cx="3932237" cy="841372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580-077B-4655-A245-45ACE80BDE4E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5C09-1F29-4C28-9B7A-D78AE440D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58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580-077B-4655-A245-45ACE80BDE4E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5C09-1F29-4C28-9B7A-D78AE440D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05980"/>
            <a:ext cx="2628900" cy="1282909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05980"/>
            <a:ext cx="7734300" cy="1282909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580-077B-4655-A245-45ACE80BDE4E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95C09-1F29-4C28-9B7A-D78AE440D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611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05983"/>
            <a:ext cx="10515600" cy="2926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029898"/>
            <a:ext cx="10515600" cy="9605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4031057"/>
            <a:ext cx="2743200" cy="8059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7E580-077B-4655-A245-45ACE80BDE4E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4031057"/>
            <a:ext cx="4114800" cy="8059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4031057"/>
            <a:ext cx="2743200" cy="8059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95C09-1F29-4C28-9B7A-D78AE440D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55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958" y="5755137"/>
            <a:ext cx="6055872" cy="3581234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9539766"/>
            <a:ext cx="12192000" cy="545980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68409" cy="555174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755137"/>
            <a:ext cx="6045958" cy="368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102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</TotalTime>
  <Words>0</Words>
  <Application>Microsoft Office PowerPoint</Application>
  <PresentationFormat>Произвольный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Sirius</dc:creator>
  <cp:lastModifiedBy>Sirius</cp:lastModifiedBy>
  <cp:revision>3</cp:revision>
  <dcterms:created xsi:type="dcterms:W3CDTF">2026-01-15T14:33:49Z</dcterms:created>
  <dcterms:modified xsi:type="dcterms:W3CDTF">2026-01-16T13:59:05Z</dcterms:modified>
</cp:coreProperties>
</file>