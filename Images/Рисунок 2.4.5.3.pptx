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1333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894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83152"/>
            <a:ext cx="10363200" cy="4644214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006465"/>
            <a:ext cx="9144000" cy="322068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F4812-6881-47EC-8E26-8378828F2090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76D38-60DB-4749-A4DA-F42B38F54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004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F4812-6881-47EC-8E26-8378828F2090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76D38-60DB-4749-A4DA-F42B38F54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951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325681"/>
            <a:ext cx="10515600" cy="554897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927146"/>
            <a:ext cx="10515600" cy="2918072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F4812-6881-47EC-8E26-8378828F2090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76D38-60DB-4749-A4DA-F42B38F54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170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551094"/>
            <a:ext cx="5181600" cy="846395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551094"/>
            <a:ext cx="5181600" cy="846395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F4812-6881-47EC-8E26-8378828F2090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76D38-60DB-4749-A4DA-F42B38F54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959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0222"/>
            <a:ext cx="10515600" cy="257840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270096"/>
            <a:ext cx="5157787" cy="160262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872719"/>
            <a:ext cx="5157787" cy="716703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270096"/>
            <a:ext cx="5183188" cy="160262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872719"/>
            <a:ext cx="5183188" cy="716703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F4812-6881-47EC-8E26-8378828F2090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76D38-60DB-4749-A4DA-F42B38F54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72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F4812-6881-47EC-8E26-8378828F2090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76D38-60DB-4749-A4DA-F42B38F54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37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F4812-6881-47EC-8E26-8378828F2090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76D38-60DB-4749-A4DA-F42B38F54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258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89318"/>
            <a:ext cx="3932237" cy="311261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920682"/>
            <a:ext cx="6172200" cy="947987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001929"/>
            <a:ext cx="3932237" cy="741406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F4812-6881-47EC-8E26-8378828F2090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76D38-60DB-4749-A4DA-F42B38F54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85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89318"/>
            <a:ext cx="3932237" cy="311261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920682"/>
            <a:ext cx="6172200" cy="9479878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001929"/>
            <a:ext cx="3932237" cy="741406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F4812-6881-47EC-8E26-8378828F2090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76D38-60DB-4749-A4DA-F42B38F54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316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F4812-6881-47EC-8E26-8378828F2090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76D38-60DB-4749-A4DA-F42B38F54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025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10219"/>
            <a:ext cx="2628900" cy="11304833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10219"/>
            <a:ext cx="7734300" cy="11304833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F4812-6881-47EC-8E26-8378828F2090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76D38-60DB-4749-A4DA-F42B38F54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714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10222"/>
            <a:ext cx="10515600" cy="2578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551094"/>
            <a:ext cx="10515600" cy="8463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2363987"/>
            <a:ext cx="2743200" cy="710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F4812-6881-47EC-8E26-8378828F2090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2363987"/>
            <a:ext cx="4114800" cy="710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2363987"/>
            <a:ext cx="2743200" cy="710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76D38-60DB-4749-A4DA-F42B38F542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59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2"/>
            <a:ext cx="12192000" cy="556250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42685"/>
            <a:ext cx="12192000" cy="745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835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Office PowerPoint</Application>
  <PresentationFormat>Произвольный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Sirius</dc:creator>
  <cp:lastModifiedBy>Sirius</cp:lastModifiedBy>
  <cp:revision>1</cp:revision>
  <dcterms:created xsi:type="dcterms:W3CDTF">2026-01-19T06:23:32Z</dcterms:created>
  <dcterms:modified xsi:type="dcterms:W3CDTF">2026-01-19T06:26:11Z</dcterms:modified>
</cp:coreProperties>
</file>